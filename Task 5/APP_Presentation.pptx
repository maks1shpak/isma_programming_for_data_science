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0"/>
          </a:xfrm>
          <a:prstGeom prst="rect">
            <a:avLst/>
          </a:prstGeom>
          <a:solidFill>
            <a:srgbClr val="12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# Car Service Booking —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1. Executive Summary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Briefly: A Streamlit app for booking car service appointments — quick booking, conflict checking, editing, and CSV export.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Goal: Reduce manual work, avoid overlapping bookings, and improve customer satisfaction.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2. Introduction: Problem Analysis 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2828"/>
                </a:solidFill>
              </a:defRPr>
            </a:pPr>
          </a:p>
          <a:p>
            <a:pPr>
              <a:defRPr b="1" sz="1100">
                <a:solidFill>
                  <a:srgbClr val="282828"/>
                </a:solidFill>
              </a:defRPr>
            </a:pPr>
            <a:r>
              <a:t>What problem are we solving?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Lack of a centralized, easy-to-use booking tool for small car service shops: duplicate bookings, manual calls, and missed customers.</a:t>
            </a:r>
          </a:p>
          <a:p>
            <a:pPr>
              <a:defRPr b="1" sz="1100">
                <a:solidFill>
                  <a:srgbClr val="282828"/>
                </a:solidFill>
              </a:defRPr>
            </a:pPr>
            <a:r>
              <a:t>Why is this a problem?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Lost orders and time, dissatisfied customers, and opaque scheduling of staff and equipment.</a:t>
            </a:r>
          </a:p>
          <a:p>
            <a:pPr>
              <a:defRPr b="1" sz="1100">
                <a:solidFill>
                  <a:srgbClr val="282828"/>
                </a:solidFill>
              </a:defRPr>
            </a:pPr>
            <a:r>
              <a:t>a. Mission &amp; Vision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**Mission:** Provide a simple, accessible tool for managing car service bookings.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**Vision:** Become the go-to solution for small and medium service shops, scalable with their growth.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3. Solution 🛠️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Web interface for creating bookings (name, contact, date, time, issue type, notes), conflict checking (with optional buffer), editing, deleting, filtering, pagination, and CSV export.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Simple local installation (Python + Streamlit) with an easy migration path to a server or cloud deployment.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4. Framework 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</a:p>
          <a:p>
            <a:pPr>
              <a:defRPr b="1" sz="1200">
                <a:solidFill>
                  <a:srgbClr val="282828"/>
                </a:solidFill>
              </a:defRPr>
            </a:pPr>
            <a:r>
              <a:t>a. Technology / Prototype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**Stack:** Python 3, Streamlit, CSV (local storage); files: `streamlit_service_app.py`, `appointments.csv`.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**Prototype:** Working MVP in the `Task 5` folder.</a:t>
            </a:r>
          </a:p>
          <a:p>
            <a:pPr>
              <a:defRPr b="1" sz="1200">
                <a:solidFill>
                  <a:srgbClr val="282828"/>
                </a:solidFill>
              </a:defRPr>
            </a:pPr>
            <a:r>
              <a:t>b. Application Screening process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Field validation (name, contact), date validation (not in the past), and conflict checking with optional buffer minutes.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Screenshots &amp; Demo 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Code snippet (core booking logic) — see `assets/code.png`.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Booking flow: fill form and submit — see `assets/booking.png`.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Editing a booking — see `assets/edit.png`.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Deleting a booking (confirmation) — see `assets/delete.png`.</a:t>
            </a:r>
          </a:p>
          <a:p>
            <a:pPr>
              <a:defRPr b="1" sz="1200">
                <a:solidFill>
                  <a:srgbClr val="282828"/>
                </a:solidFill>
              </a:defRPr>
            </a:pPr>
            <a:r>
              <a:t>c. Value proposition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Fast time-to-deploy, low cost, intuitive UI, easy data export, and a foundation for integrations.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5. Market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Small/medium repair shops (1–10 technicians)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Local service chains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Fleet managers (commercial fleets)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End customers (convenient booking)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6. 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**Strengths:** fast MVP, simplicity, low costs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**Weaknesses:** limited scalability when using CSV, no multi-user access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**Opportunities:** integrations (calendar, SMS, payments), SaaS model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**Threats:** competitors with full CRM/ERP suites, security and compliance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7. Marketing &amp;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</a:p>
          <a:p>
            <a:pPr>
              <a:defRPr b="1" sz="1200">
                <a:solidFill>
                  <a:srgbClr val="282828"/>
                </a:solidFill>
              </a:defRPr>
            </a:pPr>
            <a:r>
              <a:t>Marketing communication strategy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Channels: local advertising, Google My Business, Facebook/Instagram, partnerships with parts suppliers.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Message: "Book easily, fewer missed customers"; highlight case studies showing improved productivity.</a:t>
            </a:r>
          </a:p>
          <a:p>
            <a:pPr>
              <a:defRPr b="1" sz="1200">
                <a:solidFill>
                  <a:srgbClr val="282828"/>
                </a:solidFill>
              </a:defRPr>
            </a:pPr>
            <a:r>
              <a:t>Product portfolio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**Free / Local** — basic features, CSV storage.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**Pro** — database backend, multi-user access, calendar sync, SMS notifications.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**Enterprise** — API, accounting integration, SLA.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8. Organization, Finance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2828"/>
                </a:solidFill>
              </a:defRPr>
            </a:pPr>
          </a:p>
          <a:p>
            <a:pPr>
              <a:defRPr b="1" sz="1100">
                <a:solidFill>
                  <a:srgbClr val="282828"/>
                </a:solidFill>
              </a:defRPr>
            </a:pPr>
            <a:r>
              <a:t>Organization structure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Small start: Product Owner / Developer, 1–2 Developers, Support/Customer Success, Marketing &amp; Sales.</a:t>
            </a:r>
          </a:p>
          <a:p>
            <a:pPr>
              <a:defRPr b="1" sz="1100">
                <a:solidFill>
                  <a:srgbClr val="282828"/>
                </a:solidFill>
              </a:defRPr>
            </a:pPr>
            <a:r>
              <a:t>Financial plan (high-level)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**Revenue:** Pro subscription (monthly/yearly), setup fees, paid integrations.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**Costs:** development, hosting, marketing, support.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Simple projection: breakeven at ~200 Pro users (depends on pricing).</a:t>
            </a:r>
          </a:p>
          <a:p>
            <a:pPr>
              <a:defRPr b="1" sz="1100">
                <a:solidFill>
                  <a:srgbClr val="282828"/>
                </a:solidFill>
              </a:defRPr>
            </a:pPr>
            <a:r>
              <a:t>Business development roadmap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Q1: MVP &amp; local pilots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Q2: Pro features (DB, auth), integration testing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Q3: Launch paid subscription, marketing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Q4: Scale, partnerships, and B2B sales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61A0"/>
                </a:solidFill>
              </a:defRPr>
            </a:pPr>
            <a:r>
              <a:t>6. Conclusion 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Підсумок: Додаток закриває конкретну болючу точку для малого автосервісу — просте, швидке та дешеве бронювання з базовими інструментами керування.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Наступні кроки: провести пілот у 2–3 сервісах, зібрати відгуки, додати DB та можливість синхронізації календаря як пріоритетні фічі.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---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*This file was generated automatically in the repository under `Task 5` as `APP_Presentation.md`.*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Car Service Booking — 2026-01-14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