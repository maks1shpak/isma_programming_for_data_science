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# Car Service Booking — Presentation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Executive Summary 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Briefly: A Streamlit app for booking car service appointments — quick booking, conflict checking, editing, and CSV export.</a:t>
            </a:r>
          </a:p>
          <a:p>
            <a:pPr/>
            <a:r>
              <a:t>Goal: Reduce manual work, avoid overlapping bookings, and improve customer satisfaction.</a:t>
            </a:r>
          </a:p>
          <a:p>
            <a:pPr/>
            <a:r>
              <a:t>---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Introduction: Problem Analysis 🔎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What problem are we solving?</a:t>
            </a:r>
          </a:p>
          <a:p>
            <a:pPr/>
            <a:r>
              <a:t>Lack of a centralized, easy-to-use booking tool for small car service shops: duplicate bookings, manual calls, and missed customers.</a:t>
            </a:r>
          </a:p>
          <a:p>
            <a:pPr>
              <a:defRPr b="1"/>
            </a:pPr>
            <a:r>
              <a:t>Why is this a problem?</a:t>
            </a:r>
          </a:p>
          <a:p>
            <a:pPr/>
            <a:r>
              <a:t>Lost orders and time, dissatisfied customers, and opaque scheduling of staff and equipment.</a:t>
            </a:r>
          </a:p>
          <a:p>
            <a:pPr>
              <a:defRPr b="1"/>
            </a:pPr>
            <a:r>
              <a:t>a. Mission &amp; Vision</a:t>
            </a:r>
          </a:p>
          <a:p>
            <a:pPr/>
            <a:r>
              <a:t>**Mission:** Provide a simple, accessible tool for managing car service bookings.</a:t>
            </a:r>
          </a:p>
          <a:p>
            <a:pPr/>
            <a:r>
              <a:t>**Vision:** Become the go-to solution for small and medium service shops, scalable with their growth.</a:t>
            </a:r>
          </a:p>
          <a:p>
            <a:pPr/>
            <a:r>
              <a:t>---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Solution 🛠️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Веб-інтерфейс для: створення бронювання (ім'я, контакт, дата, час, тип поломки, нотатки), перевірки конфліктів (з буфером), редагування, видалення, фільтрації, пагінації та експорту CSV.</a:t>
            </a:r>
          </a:p>
          <a:p>
            <a:pPr/>
            <a:r>
              <a:t>Проста локальна інсталяція (Python + Streamlit) з можливістю подальшого перенесення на сервер чи хмару.</a:t>
            </a:r>
          </a:p>
          <a:p>
            <a:pPr/>
            <a:r>
              <a:t>---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Framework ⚙️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a. Technology / Prototype</a:t>
            </a:r>
          </a:p>
          <a:p>
            <a:pPr/>
            <a:r>
              <a:t>**Stack:** Python 3, Streamlit, CSV (локальне зберігання); файли: `streamlit_service_app.py`, `appointments.csv`.</a:t>
            </a:r>
          </a:p>
          <a:p>
            <a:pPr/>
            <a:r>
              <a:t>**Prototype:** робочий MVP у папці `Task 5`.</a:t>
            </a:r>
          </a:p>
          <a:p>
            <a:pPr>
              <a:defRPr b="1"/>
            </a:pPr>
            <a:r>
              <a:t>b. Application Screening process</a:t>
            </a:r>
          </a:p>
          <a:p>
            <a:pPr/>
            <a:r>
              <a:t>Валідація полів (ім'я, контакт), перевірка дати (не в минулому), перевірка на конфлікти з опціональним буфером.</a:t>
            </a:r>
          </a:p>
          <a:p>
            <a:pPr>
              <a:defRPr b="1"/>
            </a:pPr>
            <a:r>
              <a:t>c. Value proposition</a:t>
            </a:r>
          </a:p>
          <a:p>
            <a:pPr/>
            <a:r>
              <a:t>Швидке впровадження, низька вартість, інтуїтивний інтерфейс, зручний експорт даних і базис для інтеграцій.</a:t>
            </a:r>
          </a:p>
          <a:p>
            <a:pPr/>
            <a:r>
              <a:t>---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Analysis 📊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>
              <a:defRPr b="1"/>
            </a:pPr>
            <a:r>
              <a:t>a. Market segmentation</a:t>
            </a:r>
          </a:p>
          <a:p>
            <a:pPr/>
            <a:r>
              <a:t>Малий/середній автосервіс (1–10 майстрів)</a:t>
            </a:r>
          </a:p>
          <a:p>
            <a:pPr/>
            <a:r>
              <a:t>Локальні мережі сервісів</a:t>
            </a:r>
          </a:p>
          <a:p>
            <a:pPr/>
            <a:r>
              <a:t>Флот-менеджери (комерційний парк)</a:t>
            </a:r>
          </a:p>
          <a:p>
            <a:pPr/>
            <a:r>
              <a:t>Кінцеві клієнти (зручність бронювання)</a:t>
            </a:r>
          </a:p>
          <a:p>
            <a:pPr>
              <a:defRPr b="1"/>
            </a:pPr>
            <a:r>
              <a:t>b. SWOT analysis</a:t>
            </a:r>
          </a:p>
          <a:p>
            <a:pPr/>
            <a:r>
              <a:t>**Strengths:** швидкий MVP, простота, низькі витрати</a:t>
            </a:r>
          </a:p>
          <a:p>
            <a:pPr/>
            <a:r>
              <a:t>**Weaknesses:** обмежена масштабованість при CSV, відсутність багатокористувацького доступу</a:t>
            </a:r>
          </a:p>
          <a:p>
            <a:pPr/>
            <a:r>
              <a:t>**Opportunities:** інтеграції (календар, SMS, оплатa), SaaS-модель</a:t>
            </a:r>
          </a:p>
          <a:p>
            <a:pPr/>
            <a:r>
              <a:t>**Threats:** конкуренти з готовими комплексними CRM/ERP, безпекові вимоги</a:t>
            </a:r>
          </a:p>
          <a:p>
            <a:pPr>
              <a:defRPr b="1"/>
            </a:pPr>
            <a:r>
              <a:t>c. Marketing communication strategy</a:t>
            </a:r>
          </a:p>
          <a:p>
            <a:pPr/>
            <a:r>
              <a:t>Канали: локальна реклама, Google My Business, Facebook/Instagram, партнерства з постачальниками запчастин.</a:t>
            </a:r>
          </a:p>
          <a:p>
            <a:pPr/>
            <a:r>
              <a:t>Повідомлення: «Просто бронюй, менше пропущених клієнтів», кейси «збільшення продуктивності».</a:t>
            </a:r>
          </a:p>
          <a:p>
            <a:pPr>
              <a:defRPr b="1"/>
            </a:pPr>
            <a:r>
              <a:t>d. Product portfolio</a:t>
            </a:r>
          </a:p>
          <a:p>
            <a:pPr/>
            <a:r>
              <a:t>**Free / Local** — базові функції, CSV.</a:t>
            </a:r>
          </a:p>
          <a:p>
            <a:pPr/>
            <a:r>
              <a:t>**Pro** — база даних, багатокористувацький доступ, календарна синхронізація, SMS-сповіщення.</a:t>
            </a:r>
          </a:p>
          <a:p>
            <a:pPr/>
            <a:r>
              <a:t>**Enterprise** — API, інтеграція з обліком, SLA.</a:t>
            </a:r>
          </a:p>
          <a:p>
            <a:pPr>
              <a:defRPr b="1"/>
            </a:pPr>
            <a:r>
              <a:t>e. Organization structure</a:t>
            </a:r>
          </a:p>
          <a:p>
            <a:pPr/>
            <a:r>
              <a:t>Small start: Product Owner / Developer, 1–2 Developers, Support/Customer Success, Marketing &amp; Sales.</a:t>
            </a:r>
          </a:p>
          <a:p>
            <a:pPr>
              <a:defRPr b="1"/>
            </a:pPr>
            <a:r>
              <a:t>f. Financial plan (high-level)</a:t>
            </a:r>
          </a:p>
          <a:p>
            <a:pPr/>
            <a:r>
              <a:t>**Доходи:** підписка Pro (місяць/рік), плата за впровадження, платні інтеграції.</a:t>
            </a:r>
          </a:p>
          <a:p>
            <a:pPr/>
            <a:r>
              <a:t>**Витрати:** розробка, хостинг, маркетинг, підтримка.</a:t>
            </a:r>
          </a:p>
          <a:p>
            <a:pPr/>
            <a:r>
              <a:t>Простий прогноз: точка беззбитковості при ~200 Pro-користувачів (залежить від ціноутворення).</a:t>
            </a:r>
          </a:p>
          <a:p>
            <a:pPr>
              <a:defRPr b="1"/>
            </a:pPr>
            <a:r>
              <a:t>g. Business development roadmap</a:t>
            </a:r>
          </a:p>
          <a:p>
            <a:pPr/>
            <a:r>
              <a:t>Q1: MVP &amp; локальні пілоти</a:t>
            </a:r>
          </a:p>
          <a:p>
            <a:pPr/>
            <a:r>
              <a:t>Q2: Функції Pro (DB, auth), тестування інтеграцій</a:t>
            </a:r>
          </a:p>
          <a:p>
            <a:pPr/>
            <a:r>
              <a:t>Q3: Запуск платної підписки, маркетинг</a:t>
            </a:r>
          </a:p>
          <a:p>
            <a:pPr/>
            <a:r>
              <a:t>Q4: Масштабування, партнерства та B2B продажі</a:t>
            </a:r>
          </a:p>
          <a:p>
            <a:pPr/>
            <a:r>
              <a:t>---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Conclusion 🏁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Підсумок: Додаток закриває конкретну болючу точку для малого автосервісу — просте, швидке та дешеве бронювання з базовими інструментами керування.</a:t>
            </a:r>
          </a:p>
          <a:p>
            <a:pPr/>
            <a:r>
              <a:t>Наступні кроки: провести пілот у 2–3 сервісах, зібрати відгуки, додати DB та можливість синхронізації календаря як пріоритетні фічі.</a:t>
            </a:r>
          </a:p>
          <a:p>
            <a:pPr/>
            <a:r>
              <a:t>---</a:t>
            </a:r>
          </a:p>
          <a:p>
            <a:pPr/>
            <a:r>
              <a:t>*This file was generated automatically in the repository under `Task 5` as `APP_Presentation.md`.*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